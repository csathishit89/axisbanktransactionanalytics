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lum/>
          </a:blip>
          <a:srcRect/>
          <a:stretch>
            <a:fillRect t="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18" y="274638"/>
            <a:ext cx="8894618" cy="1143000"/>
          </a:xfrm>
        </p:spPr>
        <p:txBody>
          <a:bodyPr>
            <a:noAutofit/>
          </a:bodyPr>
          <a:lstStyle/>
          <a:p>
            <a:r>
              <a:rPr lang="en-US" sz="4000" dirty="0" smtClean="0"/>
              <a:t>Axis </a:t>
            </a:r>
            <a:br>
              <a:rPr lang="en-US" sz="4000" dirty="0" smtClean="0"/>
            </a:br>
            <a:r>
              <a:rPr sz="4000" dirty="0" smtClean="0"/>
              <a:t>Bank </a:t>
            </a:r>
            <a:r>
              <a:rPr sz="4000" dirty="0"/>
              <a:t>Statement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Data Science Approach</a:t>
            </a:r>
          </a:p>
          <a:p>
            <a:r>
              <a:rPr dirty="0"/>
              <a:t>Name: </a:t>
            </a:r>
            <a:r>
              <a:rPr dirty="0" err="1"/>
              <a:t>Sathish</a:t>
            </a:r>
            <a:r>
              <a:rPr dirty="0"/>
              <a:t> C</a:t>
            </a:r>
          </a:p>
          <a:p>
            <a:r>
              <a:rPr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bank transactions to evaluate </a:t>
            </a: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F</a:t>
            </a:r>
            <a:r>
              <a:rPr dirty="0" smtClean="0"/>
              <a:t>inancial </a:t>
            </a:r>
            <a:r>
              <a:rPr dirty="0"/>
              <a:t>health </a:t>
            </a: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R</a:t>
            </a:r>
            <a:r>
              <a:rPr dirty="0" smtClean="0"/>
              <a:t>isk</a:t>
            </a:r>
            <a:r>
              <a:rPr lang="en-US" dirty="0" smtClean="0"/>
              <a:t> analysis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Income vs Expense</a:t>
            </a:r>
          </a:p>
          <a:p>
            <a:pPr marL="0" indent="0">
              <a:buNone/>
            </a:pPr>
            <a:r>
              <a:rPr dirty="0"/>
              <a:t>• Spending patterns</a:t>
            </a:r>
          </a:p>
          <a:p>
            <a:pPr marL="0" indent="0">
              <a:buNone/>
            </a:pPr>
            <a:r>
              <a:rPr dirty="0"/>
              <a:t>• Risk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Bank statements (CSV/PDF</a:t>
            </a:r>
            <a:r>
              <a:rPr lang="en-IN" dirty="0" smtClean="0"/>
              <a:t>)</a:t>
            </a:r>
            <a:endParaRPr lang="en-US" dirty="0" smtClean="0"/>
          </a:p>
          <a:p>
            <a:r>
              <a:rPr dirty="0" smtClean="0"/>
              <a:t>Fields</a:t>
            </a:r>
            <a:r>
              <a:rPr dirty="0"/>
              <a:t>: Date, Description, Credit, Debit, Balance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/>
              <a:t>Handling missing values</a:t>
            </a:r>
          </a:p>
          <a:p>
            <a:pPr marL="0" indent="0">
              <a:buNone/>
            </a:pPr>
            <a:r>
              <a:rPr lang="en-US" dirty="0"/>
              <a:t>• Cleaning text</a:t>
            </a:r>
          </a:p>
          <a:p>
            <a:pPr marL="0" indent="0">
              <a:buNone/>
            </a:pPr>
            <a:r>
              <a:rPr lang="en-US" dirty="0"/>
              <a:t>• Categorizing transactions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Monthly income</a:t>
            </a:r>
          </a:p>
          <a:p>
            <a:pPr marL="0" indent="0">
              <a:buNone/>
            </a:pPr>
            <a:r>
              <a:rPr lang="en-US" dirty="0"/>
              <a:t>• Monthly expenses</a:t>
            </a:r>
          </a:p>
          <a:p>
            <a:pPr marL="0" indent="0">
              <a:buNone/>
            </a:pPr>
            <a:r>
              <a:rPr lang="en-US" dirty="0"/>
              <a:t>• Credit/Debit ratio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smtClean="0"/>
              <a:t>Average </a:t>
            </a:r>
            <a:r>
              <a:rPr lang="en-US" dirty="0"/>
              <a:t>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Credit/Debit Ratio = Credits / Debits</a:t>
            </a:r>
          </a:p>
          <a:p>
            <a:r>
              <a:rPr dirty="0"/>
              <a:t>Indicates financial stability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Monthly Deposit vs Withdrawal Trend</a:t>
            </a:r>
            <a:endParaRPr lang="en-IN" dirty="0"/>
          </a:p>
        </p:txBody>
      </p:sp>
      <p:pic>
        <p:nvPicPr>
          <p:cNvPr id="4" name="Content Placeholder 3" descr="671283cc-54eb-492b-9d97-564705ab57db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547" y="2010310"/>
            <a:ext cx="7020905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433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Income vs Expense Chart</a:t>
            </a:r>
          </a:p>
        </p:txBody>
      </p:sp>
      <p:pic>
        <p:nvPicPr>
          <p:cNvPr id="3" name="Picture 2" descr="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Expense Distribution</a:t>
            </a:r>
          </a:p>
        </p:txBody>
      </p:sp>
      <p:pic>
        <p:nvPicPr>
          <p:cNvPr id="3" name="Picture 2" descr="pi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 spending months</a:t>
            </a:r>
          </a:p>
          <a:p>
            <a:pPr marL="0" indent="0">
              <a:buNone/>
            </a:pPr>
            <a:r>
              <a:rPr dirty="0"/>
              <a:t>• Low savings</a:t>
            </a:r>
          </a:p>
          <a:p>
            <a:pPr marL="0" indent="0">
              <a:buNone/>
            </a:pPr>
            <a:r>
              <a:rPr dirty="0"/>
              <a:t>• Risk </a:t>
            </a:r>
            <a:r>
              <a:rPr dirty="0" smtClean="0"/>
              <a:t>indicators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US" dirty="0" smtClean="0"/>
              <a:t>Increasing </a:t>
            </a:r>
            <a:r>
              <a:rPr lang="en-US" dirty="0"/>
              <a:t>transaction trend over time</a:t>
            </a:r>
          </a:p>
          <a:p>
            <a:pPr marL="0" indent="0">
              <a:buNone/>
            </a:pPr>
            <a:r>
              <a:rPr lang="en-US" dirty="0"/>
              <a:t>• Deposits &amp; withdrawals closely aligned</a:t>
            </a:r>
          </a:p>
          <a:p>
            <a:pPr marL="0" indent="0">
              <a:buNone/>
            </a:pPr>
            <a:r>
              <a:rPr lang="en-US" dirty="0"/>
              <a:t>• Sudden drop may indicate anomaly or missing data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Loan </a:t>
            </a:r>
            <a:r>
              <a:rPr dirty="0" smtClean="0"/>
              <a:t>approval</a:t>
            </a:r>
            <a:endParaRPr lang="en-US" dirty="0" smtClean="0"/>
          </a:p>
          <a:p>
            <a:r>
              <a:rPr lang="en-US" dirty="0"/>
              <a:t>C</a:t>
            </a:r>
            <a:r>
              <a:rPr dirty="0" smtClean="0"/>
              <a:t>redit scoring </a:t>
            </a:r>
            <a:endParaRPr lang="en-US" dirty="0" smtClean="0"/>
          </a:p>
          <a:p>
            <a:r>
              <a:rPr lang="en-US" dirty="0" smtClean="0"/>
              <a:t>P</a:t>
            </a:r>
            <a:r>
              <a:rPr dirty="0" smtClean="0"/>
              <a:t>ersonal </a:t>
            </a:r>
            <a:r>
              <a:rPr dirty="0"/>
              <a:t>finance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helps in better financial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147</Words>
  <Application>Microsoft Office PowerPoint</Application>
  <PresentationFormat>On-screen Show (4:3)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Axis  Bank Statement Analysis</vt:lpstr>
      <vt:lpstr>Problem Statement</vt:lpstr>
      <vt:lpstr>Objectives</vt:lpstr>
      <vt:lpstr>Dataset</vt:lpstr>
      <vt:lpstr>Preprocessing</vt:lpstr>
      <vt:lpstr>Feature Engineering</vt:lpstr>
      <vt:lpstr>Key Metric</vt:lpstr>
      <vt:lpstr>Monthly Deposit vs Withdrawal Trend</vt:lpstr>
      <vt:lpstr>Income vs Expense Chart</vt:lpstr>
      <vt:lpstr>Expense Distribution</vt:lpstr>
      <vt:lpstr>Insights</vt:lpstr>
      <vt:lpstr>Use Cases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Statement Analysis</dc:title>
  <dc:subject/>
  <dc:creator/>
  <cp:keywords/>
  <dc:description>generated using python-pptx</dc:description>
  <cp:lastModifiedBy>Admin</cp:lastModifiedBy>
  <cp:revision>16</cp:revision>
  <dcterms:created xsi:type="dcterms:W3CDTF">2013-01-27T09:14:16Z</dcterms:created>
  <dcterms:modified xsi:type="dcterms:W3CDTF">2026-03-31T04:58:35Z</dcterms:modified>
  <cp:category/>
</cp:coreProperties>
</file>